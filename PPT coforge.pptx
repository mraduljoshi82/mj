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346" r:id="rId4"/>
    <p:sldId id="347" r:id="rId5"/>
    <p:sldId id="348" r:id="rId6"/>
    <p:sldId id="354" r:id="rId7"/>
    <p:sldId id="355" r:id="rId8"/>
    <p:sldId id="349" r:id="rId9"/>
    <p:sldId id="350" r:id="rId10"/>
    <p:sldId id="351" r:id="rId11"/>
    <p:sldId id="352" r:id="rId12"/>
    <p:sldId id="35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55405C-FB1C-4871-4B24-1B3FBFF7543C}" v="313" dt="2026-04-14T08:21:28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7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3C61-AE97-420E-9123-E403B041A58C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FDDB-46BF-4186-B0EA-9945E8BFD7F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9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BD72AF-E637-44D3-A05D-2D58118EC657}" type="slidenum">
              <a:rPr lang="en-I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734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04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41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28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33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08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03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40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7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94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654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9736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buNone/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50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6653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3778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6334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5649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758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748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07601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6926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1470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9310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0659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21375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33904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51147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54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JU_PPT-template_option1b.jp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1200" y="1371601"/>
            <a:ext cx="105664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687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>
    <p:fade/>
  </p:transition>
  <p:hf sldNum="0" hdr="0" ftr="0" dt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5pPr>
      <a:lvl6pPr marL="4572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6pPr>
      <a:lvl7pPr marL="9144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7pPr>
      <a:lvl8pPr marL="13716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8pPr>
      <a:lvl9pPr marL="18288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14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16-JU-Buildi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40"/>
          <a:stretch>
            <a:fillRect/>
          </a:stretch>
        </p:blipFill>
        <p:spPr bwMode="auto">
          <a:xfrm>
            <a:off x="1097280" y="5317174"/>
            <a:ext cx="9849938" cy="1434528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1266860"/>
            <a:ext cx="12192000" cy="42858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Mid Review Internship Presentation</a:t>
            </a:r>
            <a:endParaRPr lang="en-US" sz="40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IN" altLang="en-US" sz="1800" b="1" dirty="0">
                <a:solidFill>
                  <a:schemeClr val="tx1"/>
                </a:solidFill>
              </a:rPr>
              <a:t>Presented by </a:t>
            </a:r>
          </a:p>
          <a:p>
            <a:pPr>
              <a:defRPr/>
            </a:pPr>
            <a:r>
              <a:rPr lang="en-US" altLang="en-US" sz="1800" b="1" dirty="0">
                <a:solidFill>
                  <a:schemeClr val="tx1"/>
                </a:solidFill>
              </a:rPr>
              <a:t>Mradul Johi</a:t>
            </a:r>
            <a:endParaRPr lang="en-IN" altLang="en-US" sz="18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IN" altLang="en-US" sz="1800" b="1" dirty="0">
                <a:solidFill>
                  <a:schemeClr val="tx1"/>
                </a:solidFill>
              </a:rPr>
              <a:t>Under the guidance of </a:t>
            </a:r>
            <a:endParaRPr lang="en-US" altLang="en-US" sz="1800" b="1" dirty="0">
              <a:solidFill>
                <a:schemeClr val="tx1"/>
              </a:solidFill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612460" y="3419066"/>
            <a:ext cx="5140325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1363" indent="-284163">
              <a:spcBef>
                <a:spcPct val="20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1413" indent="-2270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 marL="1598613" indent="-2270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 marL="2055813" indent="-2270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9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Faculty Internship guide:-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>
                <a:solidFill>
                  <a:prstClr val="black"/>
                </a:solidFill>
                <a:latin typeface="Times New Roman"/>
                <a:cs typeface="Times New Roman"/>
              </a:rPr>
              <a:t>Nidhi Gour</a:t>
            </a:r>
            <a:endParaRPr lang="en-US" altLang="en-US" sz="1900" b="1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 dirty="0">
                <a:solidFill>
                  <a:prstClr val="black"/>
                </a:solidFill>
                <a:latin typeface="Times New Roman"/>
                <a:cs typeface="Times New Roman"/>
              </a:rPr>
              <a:t>Assistant </a:t>
            </a:r>
            <a:r>
              <a:rPr lang="en-US" altLang="en-US" sz="1900" b="1">
                <a:solidFill>
                  <a:prstClr val="black"/>
                </a:solidFill>
                <a:latin typeface="Times New Roman"/>
                <a:cs typeface="Times New Roman"/>
              </a:rPr>
              <a:t>Professor</a:t>
            </a:r>
            <a:endParaRPr lang="en-US" altLang="en-US" sz="1900" b="1" dirty="0">
              <a:solidFill>
                <a:prstClr val="black"/>
              </a:solidFill>
              <a:latin typeface="Times New Roman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8254" y="6425551"/>
            <a:ext cx="2715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2025-2026</a:t>
            </a:r>
          </a:p>
          <a:p>
            <a:pPr algn="ctr"/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367617" y="3375541"/>
            <a:ext cx="4947733" cy="21852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/>
              <a:t>&lt;COMPANY LOGO&gt;</a:t>
            </a:r>
          </a:p>
          <a:p>
            <a:pPr algn="ctr"/>
            <a:endParaRPr lang="en-US" sz="2000" b="1" dirty="0"/>
          </a:p>
          <a:p>
            <a:endParaRPr lang="en-US" sz="2000" b="1" dirty="0"/>
          </a:p>
          <a:p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Industrial guide:-</a:t>
            </a:r>
          </a:p>
          <a:p>
            <a:r>
              <a:rPr lang="en-US" sz="1900" b="1" dirty="0">
                <a:latin typeface="Times New Roman"/>
                <a:cs typeface="Times New Roman"/>
              </a:rPr>
              <a:t>Umesh </a:t>
            </a:r>
            <a:r>
              <a:rPr lang="en-US" sz="1900" b="1">
                <a:latin typeface="Times New Roman"/>
                <a:cs typeface="Times New Roman"/>
              </a:rPr>
              <a:t>Chandra Prajapati</a:t>
            </a:r>
            <a:endParaRPr lang="en-US" sz="1900" b="1" dirty="0">
              <a:latin typeface="Times New Roman"/>
              <a:cs typeface="Times New Roman"/>
            </a:endParaRPr>
          </a:p>
          <a:p>
            <a:r>
              <a:rPr lang="en-US" sz="1900" b="1" dirty="0">
                <a:latin typeface="Times New Roman"/>
                <a:cs typeface="Times New Roman"/>
              </a:rPr>
              <a:t>Senior Test </a:t>
            </a:r>
            <a:r>
              <a:rPr lang="en-US" sz="1900" b="1" err="1">
                <a:latin typeface="Times New Roman"/>
                <a:cs typeface="Times New Roman"/>
              </a:rPr>
              <a:t>Specialis</a:t>
            </a:r>
            <a:r>
              <a:rPr lang="en-US" sz="1900" b="1" dirty="0">
                <a:latin typeface="Times New Roman"/>
                <a:cs typeface="Times New Roman"/>
              </a:rPr>
              <a:t>t</a:t>
            </a:r>
            <a:endParaRPr lang="en-US" sz="19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1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6594" y="322225"/>
            <a:ext cx="748145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DEPARTMENT OF  </a:t>
            </a:r>
          </a:p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</a:rPr>
              <a:t>Computer Science</a:t>
            </a:r>
            <a:endParaRPr lang="en-US" altLang="en-US" sz="2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Picture 12" descr="C:\Documents and Settings\Administrator\Local Settings\Temp\JECRC_University_Logo_in_Horizontal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6697" y="3273117"/>
            <a:ext cx="2029968" cy="978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3884E0-97AE-00BE-77B7-99D95F2E27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069" y="2893466"/>
            <a:ext cx="3143250" cy="1457325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66118167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2109216" y="356617"/>
            <a:ext cx="82296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FontTx/>
              <a:buNone/>
            </a:pPr>
            <a:endParaRPr lang="en-US" alt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2" name="Rectangle 7"/>
          <p:cNvSpPr>
            <a:spLocks noChangeArrowheads="1"/>
          </p:cNvSpPr>
          <p:nvPr/>
        </p:nvSpPr>
        <p:spPr bwMode="auto">
          <a:xfrm>
            <a:off x="798945" y="1627909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600" indent="-53340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52600" indent="-3810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09800" indent="-3810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670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242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814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386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 eaLnBrk="1" hangingPunct="1">
              <a:buClr>
                <a:schemeClr val="bg1"/>
              </a:buClr>
              <a:buNone/>
            </a:pPr>
            <a:endParaRPr lang="en-US" alt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3520441" y="283464"/>
            <a:ext cx="49011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3" y="1339865"/>
            <a:ext cx="8257032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Company Profile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Internship Role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Project Introduction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Overall Learning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Roles and Responsibilities</a:t>
            </a:r>
          </a:p>
          <a:p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Outcomes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67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AB91D1-6E48-8769-2F28-2504B69E285A}"/>
              </a:ext>
            </a:extLst>
          </p:cNvPr>
          <p:cNvSpPr txBox="1"/>
          <p:nvPr/>
        </p:nvSpPr>
        <p:spPr>
          <a:xfrm>
            <a:off x="3218688" y="429768"/>
            <a:ext cx="4736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COMPANY PROFILE</a:t>
            </a:r>
            <a:endParaRPr lang="en-I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650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5C457-A4FD-A5AD-F415-4A33D831800E}"/>
              </a:ext>
            </a:extLst>
          </p:cNvPr>
          <p:cNvSpPr txBox="1"/>
          <p:nvPr/>
        </p:nvSpPr>
        <p:spPr>
          <a:xfrm>
            <a:off x="3081528" y="502920"/>
            <a:ext cx="5001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INTERNSHIP ROLE</a:t>
            </a:r>
            <a:endParaRPr lang="en-I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444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EF503-B434-BF3E-0ED5-25B131562B86}"/>
              </a:ext>
            </a:extLst>
          </p:cNvPr>
          <p:cNvSpPr txBox="1"/>
          <p:nvPr/>
        </p:nvSpPr>
        <p:spPr>
          <a:xfrm>
            <a:off x="2547504" y="524940"/>
            <a:ext cx="565082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PROJECT INTRODUCTION</a:t>
            </a:r>
            <a:endParaRPr lang="en-US" b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349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FF42D6-10CC-AF43-6E57-E4C7528B903B}"/>
              </a:ext>
            </a:extLst>
          </p:cNvPr>
          <p:cNvSpPr txBox="1"/>
          <p:nvPr/>
        </p:nvSpPr>
        <p:spPr>
          <a:xfrm>
            <a:off x="2948929" y="432303"/>
            <a:ext cx="518764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OVERALL LEARNING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1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ADEEE7-98E4-71D9-32F8-7E06D699C99F}"/>
              </a:ext>
            </a:extLst>
          </p:cNvPr>
          <p:cNvSpPr txBox="1"/>
          <p:nvPr/>
        </p:nvSpPr>
        <p:spPr>
          <a:xfrm>
            <a:off x="1806412" y="432304"/>
            <a:ext cx="65771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ROLES AND RESPONSIBILITIES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45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2056CD-C918-0DC3-5F45-646637791FE0}"/>
              </a:ext>
            </a:extLst>
          </p:cNvPr>
          <p:cNvSpPr txBox="1"/>
          <p:nvPr/>
        </p:nvSpPr>
        <p:spPr>
          <a:xfrm>
            <a:off x="2918051" y="524940"/>
            <a:ext cx="53883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TOOLS USED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28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6B98A3-758D-068F-C0BA-479FB28D2C10}"/>
              </a:ext>
            </a:extLst>
          </p:cNvPr>
          <p:cNvSpPr txBox="1"/>
          <p:nvPr/>
        </p:nvSpPr>
        <p:spPr>
          <a:xfrm>
            <a:off x="2979808" y="478621"/>
            <a:ext cx="561994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METHODLOGIES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16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19EE6F-AE92-1024-FC6A-FF59EE59E842}"/>
              </a:ext>
            </a:extLst>
          </p:cNvPr>
          <p:cNvSpPr txBox="1"/>
          <p:nvPr/>
        </p:nvSpPr>
        <p:spPr>
          <a:xfrm>
            <a:off x="2377671" y="463182"/>
            <a:ext cx="5882419" cy="555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BC006-B28E-73B4-45D7-CEA95617FA25}"/>
              </a:ext>
            </a:extLst>
          </p:cNvPr>
          <p:cNvSpPr txBox="1"/>
          <p:nvPr/>
        </p:nvSpPr>
        <p:spPr>
          <a:xfrm>
            <a:off x="2918050" y="524940"/>
            <a:ext cx="507956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29264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497163-F513-6C09-2088-2A7837D1E452}"/>
              </a:ext>
            </a:extLst>
          </p:cNvPr>
          <p:cNvSpPr txBox="1"/>
          <p:nvPr/>
        </p:nvSpPr>
        <p:spPr>
          <a:xfrm>
            <a:off x="1899049" y="571258"/>
            <a:ext cx="666983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14708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7523</TotalTime>
  <Words>58</Words>
  <Application>Microsoft Office PowerPoint</Application>
  <PresentationFormat>Widescreen</PresentationFormat>
  <Paragraphs>48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robot</dc:creator>
  <cp:lastModifiedBy>Mradul Joshi</cp:lastModifiedBy>
  <cp:revision>127</cp:revision>
  <dcterms:created xsi:type="dcterms:W3CDTF">2020-03-02T04:57:11Z</dcterms:created>
  <dcterms:modified xsi:type="dcterms:W3CDTF">2026-04-16T19:54:16Z</dcterms:modified>
</cp:coreProperties>
</file>